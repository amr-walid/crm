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7" r:id="rId3"/>
    <p:sldId id="258" r:id="rId4"/>
    <p:sldId id="259" r:id="rId5"/>
    <p:sldId id="260" r:id="rId6"/>
    <p:sldId id="262" r:id="rId7"/>
    <p:sldId id="271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6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3" d="100"/>
          <a:sy n="53" d="100"/>
        </p:scale>
        <p:origin x="1176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8DEA3-1F4D-C339-09EB-624907413E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45F287-1CDF-0376-B6A6-BD5A67541E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17C7C9-7D46-B14B-D26D-A6F9108EF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D0D53-CD30-4B29-A610-8BC91EF518BF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B8F6FB-92E4-D498-663B-2A554E255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B30A27-08C7-C3F8-77F4-02458E14B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E89A2-B689-4EF1-8E6F-F0366D550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02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FE48C-105F-5F52-4EAB-BAF863FB9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5ABDE-738F-A006-0950-A025BA1A0C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A0BE90-9122-669F-FF55-2C60F27E9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D0D53-CD30-4B29-A610-8BC91EF518BF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060094-B27A-EC90-4E64-4E0B530CC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5DC8F8-6186-230F-FE7D-DEB172120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E89A2-B689-4EF1-8E6F-F0366D550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887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5289B-0A03-CB35-3EE3-97DD78FED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E27639-3C47-30D9-A7EC-10CEAD6045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299A9E-5A10-BEF3-0D14-92BEF3F45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D0D53-CD30-4B29-A610-8BC91EF518BF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E56A43-2E2F-9C01-E945-36C2FAB09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73E87B-21FE-DA44-C329-4527EA5CE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E89A2-B689-4EF1-8E6F-F0366D550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7621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F4011-D334-4789-E710-0E829C04A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3C4068-805A-D415-3086-546FD80BB7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451407-63B1-FB43-3D13-A9427A63B7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B8235B-67ED-5CB6-67C2-8F74C0780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D0D53-CD30-4B29-A610-8BC91EF518BF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FDEF15-0D4A-2763-8093-A0D391144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30F965-2321-64F0-18B8-7D48C1761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E89A2-B689-4EF1-8E6F-F0366D550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961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B3D58-540C-8CE9-6FD5-FD0D4D8DA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B20100-7EF4-E744-A899-1D6ABCC110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05B984-55BF-C7F8-C9E2-50D88BB0D3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8922A2-8645-52FD-3753-C706E7B9F9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D45FB3-FF31-C67D-FA7C-0CC676783D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C74019-6B5C-0F6F-BFF3-33EAE7679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D0D53-CD30-4B29-A610-8BC91EF518BF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7F5FD5-B594-57EF-D357-1F3036D65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463219-C794-F9A6-F5E4-C9FA5D613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E89A2-B689-4EF1-8E6F-F0366D550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350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64D1F-781B-CB2C-BEA6-AE085C357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E99F4E-D15C-B228-B7C8-907690D24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D0D53-CD30-4B29-A610-8BC91EF518BF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9944C6-16F6-3F57-BBD0-E19DEBE05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8307B5-4DCC-6CB4-FDB8-B4675E6D8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E89A2-B689-4EF1-8E6F-F0366D550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665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790890-6B2B-5B95-A024-29D2396C8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D0D53-CD30-4B29-A610-8BC91EF518BF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2602C6-1198-0E71-8788-F59041FFE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A124E2-C40E-6304-5FBE-656C5086A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E89A2-B689-4EF1-8E6F-F0366D550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443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D5B48-BA88-35BD-C562-662D25A38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D1EE0-3C5A-1F10-AFCD-A1B6142D82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D954F5-88DC-B43D-77DC-EFF042F4ED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1E1419-F4B8-7EB4-3822-2561762DA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D0D53-CD30-4B29-A610-8BC91EF518BF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F80A66-A1E7-D37C-50A9-8120B5B16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4349F1-13DD-DC6F-FCD6-51DABBAE7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E89A2-B689-4EF1-8E6F-F0366D550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884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D949F-6003-F1A5-C4CB-8EEC1E83D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C682E4-F0C5-37CD-4A8B-8B9DC0B4F3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679EE2-E717-052A-39D4-10DA702DEA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A7A323-B3DE-F39D-FBFE-EACD7BF32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D0D53-CD30-4B29-A610-8BC91EF518BF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4BA17-F674-B0EF-73E1-BF5A61085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A49F29-EA7B-F5A4-7B39-EAE8151C3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E89A2-B689-4EF1-8E6F-F0366D550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125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55C07-1526-427D-4D28-B75A03D3C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E3FE69-D00B-4AC0-DD21-FFDC44F009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4F1E04-B01B-A8FC-74E8-CB434EFF3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D0D53-CD30-4B29-A610-8BC91EF518BF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A8BB28-D6E7-902D-9D9C-B39D3EE85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1FC181-516B-0A55-A282-CC8012A6F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E89A2-B689-4EF1-8E6F-F0366D550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316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998744-B685-BC2A-4C24-4FDFCBC458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839469-AD1B-ACBA-CCA9-F9A82F426F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57AC71-7BF3-EF2A-B8D4-AFF6C1981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D0D53-CD30-4B29-A610-8BC91EF518BF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64B794-42CB-17C0-F792-E0EB8BDE6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E78A63-FEC1-5D2F-3D8A-1387E6923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E89A2-B689-4EF1-8E6F-F0366D550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429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394E00-8F21-1136-61E8-10CB10ED0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4F2BBC-15E8-0AAD-2A15-FD7B00EB15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D4AB76-7031-82CB-9125-C8D94BE5E2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6D0D53-CD30-4B29-A610-8BC91EF518BF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057D9D-D2D1-55B3-7083-7AA1A12057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0B099-58F5-E3B3-9699-F96B687A21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5E89A2-B689-4EF1-8E6F-F0366D550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586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296ABFD-9657-03C4-3468-BC69B3B126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8696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79A17FC-5D46-EF3A-324B-3EF971D7AE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3427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51EC3A2-7043-BB49-CB20-35826D0FF9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68BDB66-684F-DD2B-9EA5-DC33988DBD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27953"/>
            <a:ext cx="12192000" cy="3966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417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3CC94F6-8628-FE91-1E81-5AEE7E60AB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160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09CAA2E-2FF0-95DB-A633-15E200D2EE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1148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09F11E3-4AEE-823B-FA51-1558E38C16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7043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2F2C0BB-813A-DE2B-9796-6F978A253E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3812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CA158B3-C8F1-AAB0-1D5F-BF4749BA32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6617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1810747-ADD9-9D04-3A48-E7C62B93D9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5152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312F045-479F-5C9D-5B6D-39B04D1702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8739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9D26F2A-C1E3-FADE-2D40-BBEA06C8B3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5648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51FF423-4D81-48B3-4A04-CD03ACDB7C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4028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4F20E28-EABF-EFF4-29FE-C518E5693C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4344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7B43168D-162C-763A-CDE3-D50AF638B8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5779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0ED48FB-4AE6-C20C-B3CF-191E390AA1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0271470-0DE6-8915-788C-D3E2FC439C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264" y="1853513"/>
            <a:ext cx="10385621" cy="4028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9136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Widescreen</PresentationFormat>
  <Paragraphs>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Amr walid</dc:creator>
  <cp:lastModifiedBy>Amr walid</cp:lastModifiedBy>
  <cp:revision>1</cp:revision>
  <dcterms:created xsi:type="dcterms:W3CDTF">2026-06-30T07:56:07Z</dcterms:created>
  <dcterms:modified xsi:type="dcterms:W3CDTF">2026-06-30T08:02:35Z</dcterms:modified>
</cp:coreProperties>
</file>